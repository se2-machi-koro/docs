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  <p:sldId id="265" r:id="rId10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0"/>
    <p:restoredTop sz="94796"/>
  </p:normalViewPr>
  <p:slideViewPr>
    <p:cSldViewPr snapToGrid="0">
      <p:cViewPr varScale="1">
        <p:scale>
          <a:sx n="75" d="100"/>
          <a:sy n="75" d="100"/>
        </p:scale>
        <p:origin x="160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78B01F-215C-4F46-A308-C63A06F8DD12}" type="doc">
      <dgm:prSet loTypeId="urn:microsoft.com/office/officeart/2005/8/layout/b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88CBE5D-F599-844D-9FF7-0AAC25A622F4}">
      <dgm:prSet phldrT="[Text]"/>
      <dgm:spPr/>
      <dgm:t>
        <a:bodyPr/>
        <a:lstStyle/>
        <a:p>
          <a:r>
            <a:rPr lang="en-GB" dirty="0"/>
            <a:t>Join/Start game</a:t>
          </a:r>
        </a:p>
      </dgm:t>
    </dgm:pt>
    <dgm:pt modelId="{56875F68-392B-C944-9941-AADA5128A61A}" type="parTrans" cxnId="{4ACD98D6-2B43-F247-AD94-B7986869C452}">
      <dgm:prSet/>
      <dgm:spPr/>
      <dgm:t>
        <a:bodyPr/>
        <a:lstStyle/>
        <a:p>
          <a:endParaRPr lang="en-GB"/>
        </a:p>
      </dgm:t>
    </dgm:pt>
    <dgm:pt modelId="{8E014563-6828-0A41-A7FE-79F17BC4944A}" type="sibTrans" cxnId="{4ACD98D6-2B43-F247-AD94-B7986869C452}">
      <dgm:prSet/>
      <dgm:spPr/>
      <dgm:t>
        <a:bodyPr/>
        <a:lstStyle/>
        <a:p>
          <a:endParaRPr lang="en-GB"/>
        </a:p>
      </dgm:t>
    </dgm:pt>
    <dgm:pt modelId="{E6C4DAF8-DF68-AD4F-B7DA-D2A46A908793}">
      <dgm:prSet phldrT="[Text]"/>
      <dgm:spPr/>
      <dgm:t>
        <a:bodyPr/>
        <a:lstStyle/>
        <a:p>
          <a:r>
            <a:rPr lang="en-GB" dirty="0"/>
            <a:t>Roll Dice</a:t>
          </a:r>
        </a:p>
      </dgm:t>
    </dgm:pt>
    <dgm:pt modelId="{292197DC-9CE6-FC41-B46D-B72AA5B81643}" type="parTrans" cxnId="{425BD95A-5FE7-6B44-89CE-4A2546EA4685}">
      <dgm:prSet/>
      <dgm:spPr/>
      <dgm:t>
        <a:bodyPr/>
        <a:lstStyle/>
        <a:p>
          <a:endParaRPr lang="en-GB"/>
        </a:p>
      </dgm:t>
    </dgm:pt>
    <dgm:pt modelId="{7825F4B0-E977-2247-94CA-148B3CB8E07B}" type="sibTrans" cxnId="{425BD95A-5FE7-6B44-89CE-4A2546EA4685}">
      <dgm:prSet/>
      <dgm:spPr/>
      <dgm:t>
        <a:bodyPr/>
        <a:lstStyle/>
        <a:p>
          <a:endParaRPr lang="en-GB"/>
        </a:p>
      </dgm:t>
    </dgm:pt>
    <dgm:pt modelId="{8170FC8C-3DD1-AA48-8066-49035D8432B2}">
      <dgm:prSet phldrT="[Text]"/>
      <dgm:spPr/>
      <dgm:t>
        <a:bodyPr/>
        <a:lstStyle/>
        <a:p>
          <a:r>
            <a:rPr lang="en-GB" dirty="0"/>
            <a:t>Receive coins</a:t>
          </a:r>
        </a:p>
      </dgm:t>
    </dgm:pt>
    <dgm:pt modelId="{FC14DB5A-08A5-C147-9C1C-97CB6EBFFAB9}" type="parTrans" cxnId="{7BE7F203-9C2F-FA43-AE8C-2CE6ECC9B9A3}">
      <dgm:prSet/>
      <dgm:spPr/>
      <dgm:t>
        <a:bodyPr/>
        <a:lstStyle/>
        <a:p>
          <a:endParaRPr lang="en-GB"/>
        </a:p>
      </dgm:t>
    </dgm:pt>
    <dgm:pt modelId="{5462C674-3485-5A42-82F9-087CDB9FFED8}" type="sibTrans" cxnId="{7BE7F203-9C2F-FA43-AE8C-2CE6ECC9B9A3}">
      <dgm:prSet/>
      <dgm:spPr/>
      <dgm:t>
        <a:bodyPr/>
        <a:lstStyle/>
        <a:p>
          <a:endParaRPr lang="en-GB"/>
        </a:p>
      </dgm:t>
    </dgm:pt>
    <dgm:pt modelId="{B575DF4F-EC17-7E4C-AE30-F453D381860B}">
      <dgm:prSet phldrT="[Text]"/>
      <dgm:spPr/>
      <dgm:t>
        <a:bodyPr/>
        <a:lstStyle/>
        <a:p>
          <a:r>
            <a:rPr lang="en-GB" dirty="0"/>
            <a:t>Buy a Card</a:t>
          </a:r>
        </a:p>
      </dgm:t>
    </dgm:pt>
    <dgm:pt modelId="{E385A6F0-B227-5B4E-8EA2-E076B76D5CF4}" type="parTrans" cxnId="{280D1F39-1D11-A54A-9BC1-33D4210A083B}">
      <dgm:prSet/>
      <dgm:spPr/>
      <dgm:t>
        <a:bodyPr/>
        <a:lstStyle/>
        <a:p>
          <a:endParaRPr lang="en-GB"/>
        </a:p>
      </dgm:t>
    </dgm:pt>
    <dgm:pt modelId="{C351BD7E-A026-3C4E-92BF-0B9351DE734F}" type="sibTrans" cxnId="{280D1F39-1D11-A54A-9BC1-33D4210A083B}">
      <dgm:prSet/>
      <dgm:spPr/>
      <dgm:t>
        <a:bodyPr/>
        <a:lstStyle/>
        <a:p>
          <a:endParaRPr lang="en-GB"/>
        </a:p>
      </dgm:t>
    </dgm:pt>
    <dgm:pt modelId="{931353EE-9923-074F-B3A7-0311C86F44D1}">
      <dgm:prSet phldrT="[Text]"/>
      <dgm:spPr/>
      <dgm:t>
        <a:bodyPr/>
        <a:lstStyle/>
        <a:p>
          <a:r>
            <a:rPr lang="en-GB" dirty="0"/>
            <a:t>Pass the turn</a:t>
          </a:r>
        </a:p>
      </dgm:t>
    </dgm:pt>
    <dgm:pt modelId="{033DF3C0-2306-9345-AE2D-E84A09392AC8}" type="parTrans" cxnId="{3367A202-D819-6D4B-B037-3DE902513488}">
      <dgm:prSet/>
      <dgm:spPr/>
      <dgm:t>
        <a:bodyPr/>
        <a:lstStyle/>
        <a:p>
          <a:endParaRPr lang="en-GB"/>
        </a:p>
      </dgm:t>
    </dgm:pt>
    <dgm:pt modelId="{73A5EEFA-B662-BD4D-B649-74BBFFD608F3}" type="sibTrans" cxnId="{3367A202-D819-6D4B-B037-3DE902513488}">
      <dgm:prSet/>
      <dgm:spPr/>
      <dgm:t>
        <a:bodyPr/>
        <a:lstStyle/>
        <a:p>
          <a:endParaRPr lang="en-GB"/>
        </a:p>
      </dgm:t>
    </dgm:pt>
    <dgm:pt modelId="{5BAFDC69-011C-1C47-B43A-CB71927B68F1}" type="pres">
      <dgm:prSet presAssocID="{5C78B01F-215C-4F46-A308-C63A06F8DD12}" presName="Name0" presStyleCnt="0">
        <dgm:presLayoutVars>
          <dgm:dir/>
          <dgm:resizeHandles val="exact"/>
        </dgm:presLayoutVars>
      </dgm:prSet>
      <dgm:spPr/>
    </dgm:pt>
    <dgm:pt modelId="{E057276F-1FE0-EE4D-ACA0-0B4B6931F4CE}" type="pres">
      <dgm:prSet presAssocID="{988CBE5D-F599-844D-9FF7-0AAC25A622F4}" presName="node" presStyleLbl="node1" presStyleIdx="0" presStyleCnt="5">
        <dgm:presLayoutVars>
          <dgm:bulletEnabled val="1"/>
        </dgm:presLayoutVars>
      </dgm:prSet>
      <dgm:spPr/>
    </dgm:pt>
    <dgm:pt modelId="{A6C061B7-21C0-6F41-990C-CFB6301B8F5E}" type="pres">
      <dgm:prSet presAssocID="{8E014563-6828-0A41-A7FE-79F17BC4944A}" presName="sibTrans" presStyleLbl="sibTrans1D1" presStyleIdx="0" presStyleCnt="4"/>
      <dgm:spPr/>
    </dgm:pt>
    <dgm:pt modelId="{5E14EB5B-9AA0-0F4F-BE82-02037F670B80}" type="pres">
      <dgm:prSet presAssocID="{8E014563-6828-0A41-A7FE-79F17BC4944A}" presName="connectorText" presStyleLbl="sibTrans1D1" presStyleIdx="0" presStyleCnt="4"/>
      <dgm:spPr/>
    </dgm:pt>
    <dgm:pt modelId="{3AC91B82-46C2-344B-BC56-D5EBB141CC0F}" type="pres">
      <dgm:prSet presAssocID="{E6C4DAF8-DF68-AD4F-B7DA-D2A46A908793}" presName="node" presStyleLbl="node1" presStyleIdx="1" presStyleCnt="5">
        <dgm:presLayoutVars>
          <dgm:bulletEnabled val="1"/>
        </dgm:presLayoutVars>
      </dgm:prSet>
      <dgm:spPr/>
    </dgm:pt>
    <dgm:pt modelId="{6A37511F-47F6-E043-8112-8437966218A5}" type="pres">
      <dgm:prSet presAssocID="{7825F4B0-E977-2247-94CA-148B3CB8E07B}" presName="sibTrans" presStyleLbl="sibTrans1D1" presStyleIdx="1" presStyleCnt="4"/>
      <dgm:spPr/>
    </dgm:pt>
    <dgm:pt modelId="{09BD7DE3-E7C9-9540-89BB-1A3CDDCA2653}" type="pres">
      <dgm:prSet presAssocID="{7825F4B0-E977-2247-94CA-148B3CB8E07B}" presName="connectorText" presStyleLbl="sibTrans1D1" presStyleIdx="1" presStyleCnt="4"/>
      <dgm:spPr/>
    </dgm:pt>
    <dgm:pt modelId="{6D6DBEB7-FDBB-6843-8D65-9ECD46ECE92B}" type="pres">
      <dgm:prSet presAssocID="{8170FC8C-3DD1-AA48-8066-49035D8432B2}" presName="node" presStyleLbl="node1" presStyleIdx="2" presStyleCnt="5">
        <dgm:presLayoutVars>
          <dgm:bulletEnabled val="1"/>
        </dgm:presLayoutVars>
      </dgm:prSet>
      <dgm:spPr/>
    </dgm:pt>
    <dgm:pt modelId="{D11558CF-BE4F-6A47-96F7-8F31BC38C180}" type="pres">
      <dgm:prSet presAssocID="{5462C674-3485-5A42-82F9-087CDB9FFED8}" presName="sibTrans" presStyleLbl="sibTrans1D1" presStyleIdx="2" presStyleCnt="4"/>
      <dgm:spPr/>
    </dgm:pt>
    <dgm:pt modelId="{7A8D6294-ABC1-5441-B657-B256E3856933}" type="pres">
      <dgm:prSet presAssocID="{5462C674-3485-5A42-82F9-087CDB9FFED8}" presName="connectorText" presStyleLbl="sibTrans1D1" presStyleIdx="2" presStyleCnt="4"/>
      <dgm:spPr/>
    </dgm:pt>
    <dgm:pt modelId="{7DE56C18-F49B-1F42-AEFF-8E9B26D7D37F}" type="pres">
      <dgm:prSet presAssocID="{B575DF4F-EC17-7E4C-AE30-F453D381860B}" presName="node" presStyleLbl="node1" presStyleIdx="3" presStyleCnt="5">
        <dgm:presLayoutVars>
          <dgm:bulletEnabled val="1"/>
        </dgm:presLayoutVars>
      </dgm:prSet>
      <dgm:spPr/>
    </dgm:pt>
    <dgm:pt modelId="{1C337106-6F45-9B4D-BA32-EDC783BB663E}" type="pres">
      <dgm:prSet presAssocID="{C351BD7E-A026-3C4E-92BF-0B9351DE734F}" presName="sibTrans" presStyleLbl="sibTrans1D1" presStyleIdx="3" presStyleCnt="4"/>
      <dgm:spPr/>
    </dgm:pt>
    <dgm:pt modelId="{083450A6-FB4F-5942-B7B9-B8836E6CFB11}" type="pres">
      <dgm:prSet presAssocID="{C351BD7E-A026-3C4E-92BF-0B9351DE734F}" presName="connectorText" presStyleLbl="sibTrans1D1" presStyleIdx="3" presStyleCnt="4"/>
      <dgm:spPr/>
    </dgm:pt>
    <dgm:pt modelId="{F34DB148-E778-0F44-82A9-268CB092E9F3}" type="pres">
      <dgm:prSet presAssocID="{931353EE-9923-074F-B3A7-0311C86F44D1}" presName="node" presStyleLbl="node1" presStyleIdx="4" presStyleCnt="5">
        <dgm:presLayoutVars>
          <dgm:bulletEnabled val="1"/>
        </dgm:presLayoutVars>
      </dgm:prSet>
      <dgm:spPr/>
    </dgm:pt>
  </dgm:ptLst>
  <dgm:cxnLst>
    <dgm:cxn modelId="{3367A202-D819-6D4B-B037-3DE902513488}" srcId="{5C78B01F-215C-4F46-A308-C63A06F8DD12}" destId="{931353EE-9923-074F-B3A7-0311C86F44D1}" srcOrd="4" destOrd="0" parTransId="{033DF3C0-2306-9345-AE2D-E84A09392AC8}" sibTransId="{73A5EEFA-B662-BD4D-B649-74BBFFD608F3}"/>
    <dgm:cxn modelId="{7BE7F203-9C2F-FA43-AE8C-2CE6ECC9B9A3}" srcId="{5C78B01F-215C-4F46-A308-C63A06F8DD12}" destId="{8170FC8C-3DD1-AA48-8066-49035D8432B2}" srcOrd="2" destOrd="0" parTransId="{FC14DB5A-08A5-C147-9C1C-97CB6EBFFAB9}" sibTransId="{5462C674-3485-5A42-82F9-087CDB9FFED8}"/>
    <dgm:cxn modelId="{ABDB7D0F-2894-FB4F-89DE-E800925F4FEA}" type="presOf" srcId="{5C78B01F-215C-4F46-A308-C63A06F8DD12}" destId="{5BAFDC69-011C-1C47-B43A-CB71927B68F1}" srcOrd="0" destOrd="0" presId="urn:microsoft.com/office/officeart/2005/8/layout/bProcess3"/>
    <dgm:cxn modelId="{A5E17E10-C216-F944-9294-42E90F3593A4}" type="presOf" srcId="{C351BD7E-A026-3C4E-92BF-0B9351DE734F}" destId="{1C337106-6F45-9B4D-BA32-EDC783BB663E}" srcOrd="0" destOrd="0" presId="urn:microsoft.com/office/officeart/2005/8/layout/bProcess3"/>
    <dgm:cxn modelId="{27124014-41BC-E847-87D3-4BBDC6F47D98}" type="presOf" srcId="{5462C674-3485-5A42-82F9-087CDB9FFED8}" destId="{7A8D6294-ABC1-5441-B657-B256E3856933}" srcOrd="1" destOrd="0" presId="urn:microsoft.com/office/officeart/2005/8/layout/bProcess3"/>
    <dgm:cxn modelId="{7F5E161B-0C0E-424D-86F2-6C9A0FA49D92}" type="presOf" srcId="{8E014563-6828-0A41-A7FE-79F17BC4944A}" destId="{5E14EB5B-9AA0-0F4F-BE82-02037F670B80}" srcOrd="1" destOrd="0" presId="urn:microsoft.com/office/officeart/2005/8/layout/bProcess3"/>
    <dgm:cxn modelId="{23017135-1F8F-124B-B851-F6D0F93D4024}" type="presOf" srcId="{988CBE5D-F599-844D-9FF7-0AAC25A622F4}" destId="{E057276F-1FE0-EE4D-ACA0-0B4B6931F4CE}" srcOrd="0" destOrd="0" presId="urn:microsoft.com/office/officeart/2005/8/layout/bProcess3"/>
    <dgm:cxn modelId="{280D1F39-1D11-A54A-9BC1-33D4210A083B}" srcId="{5C78B01F-215C-4F46-A308-C63A06F8DD12}" destId="{B575DF4F-EC17-7E4C-AE30-F453D381860B}" srcOrd="3" destOrd="0" parTransId="{E385A6F0-B227-5B4E-8EA2-E076B76D5CF4}" sibTransId="{C351BD7E-A026-3C4E-92BF-0B9351DE734F}"/>
    <dgm:cxn modelId="{F83F023F-E457-1246-8367-356AFF51E26A}" type="presOf" srcId="{7825F4B0-E977-2247-94CA-148B3CB8E07B}" destId="{6A37511F-47F6-E043-8112-8437966218A5}" srcOrd="0" destOrd="0" presId="urn:microsoft.com/office/officeart/2005/8/layout/bProcess3"/>
    <dgm:cxn modelId="{425BD95A-5FE7-6B44-89CE-4A2546EA4685}" srcId="{5C78B01F-215C-4F46-A308-C63A06F8DD12}" destId="{E6C4DAF8-DF68-AD4F-B7DA-D2A46A908793}" srcOrd="1" destOrd="0" parTransId="{292197DC-9CE6-FC41-B46D-B72AA5B81643}" sibTransId="{7825F4B0-E977-2247-94CA-148B3CB8E07B}"/>
    <dgm:cxn modelId="{4545E770-63F4-8846-85F5-BD0E9468A14D}" type="presOf" srcId="{C351BD7E-A026-3C4E-92BF-0B9351DE734F}" destId="{083450A6-FB4F-5942-B7B9-B8836E6CFB11}" srcOrd="1" destOrd="0" presId="urn:microsoft.com/office/officeart/2005/8/layout/bProcess3"/>
    <dgm:cxn modelId="{A48D2A80-2FE1-144D-911F-EC73F1F1199B}" type="presOf" srcId="{5462C674-3485-5A42-82F9-087CDB9FFED8}" destId="{D11558CF-BE4F-6A47-96F7-8F31BC38C180}" srcOrd="0" destOrd="0" presId="urn:microsoft.com/office/officeart/2005/8/layout/bProcess3"/>
    <dgm:cxn modelId="{E69A1D9B-1D4E-9C4C-9924-E99F12397FD1}" type="presOf" srcId="{E6C4DAF8-DF68-AD4F-B7DA-D2A46A908793}" destId="{3AC91B82-46C2-344B-BC56-D5EBB141CC0F}" srcOrd="0" destOrd="0" presId="urn:microsoft.com/office/officeart/2005/8/layout/bProcess3"/>
    <dgm:cxn modelId="{273E099C-51DF-5B41-B21F-B97BFB20E48D}" type="presOf" srcId="{B575DF4F-EC17-7E4C-AE30-F453D381860B}" destId="{7DE56C18-F49B-1F42-AEFF-8E9B26D7D37F}" srcOrd="0" destOrd="0" presId="urn:microsoft.com/office/officeart/2005/8/layout/bProcess3"/>
    <dgm:cxn modelId="{1D0B3EB0-31D9-0445-A1FB-F02921A8A5C8}" type="presOf" srcId="{7825F4B0-E977-2247-94CA-148B3CB8E07B}" destId="{09BD7DE3-E7C9-9540-89BB-1A3CDDCA2653}" srcOrd="1" destOrd="0" presId="urn:microsoft.com/office/officeart/2005/8/layout/bProcess3"/>
    <dgm:cxn modelId="{7E76B1C7-B636-FE4A-A52C-F671FED8282D}" type="presOf" srcId="{931353EE-9923-074F-B3A7-0311C86F44D1}" destId="{F34DB148-E778-0F44-82A9-268CB092E9F3}" srcOrd="0" destOrd="0" presId="urn:microsoft.com/office/officeart/2005/8/layout/bProcess3"/>
    <dgm:cxn modelId="{4ACD98D6-2B43-F247-AD94-B7986869C452}" srcId="{5C78B01F-215C-4F46-A308-C63A06F8DD12}" destId="{988CBE5D-F599-844D-9FF7-0AAC25A622F4}" srcOrd="0" destOrd="0" parTransId="{56875F68-392B-C944-9941-AADA5128A61A}" sibTransId="{8E014563-6828-0A41-A7FE-79F17BC4944A}"/>
    <dgm:cxn modelId="{227E70E2-100D-6548-9727-7A8CF7437556}" type="presOf" srcId="{8170FC8C-3DD1-AA48-8066-49035D8432B2}" destId="{6D6DBEB7-FDBB-6843-8D65-9ECD46ECE92B}" srcOrd="0" destOrd="0" presId="urn:microsoft.com/office/officeart/2005/8/layout/bProcess3"/>
    <dgm:cxn modelId="{B7C3ACF8-709B-CC49-A8FD-C3E4E538B86C}" type="presOf" srcId="{8E014563-6828-0A41-A7FE-79F17BC4944A}" destId="{A6C061B7-21C0-6F41-990C-CFB6301B8F5E}" srcOrd="0" destOrd="0" presId="urn:microsoft.com/office/officeart/2005/8/layout/bProcess3"/>
    <dgm:cxn modelId="{B3914101-1819-734B-89F3-2F5191427266}" type="presParOf" srcId="{5BAFDC69-011C-1C47-B43A-CB71927B68F1}" destId="{E057276F-1FE0-EE4D-ACA0-0B4B6931F4CE}" srcOrd="0" destOrd="0" presId="urn:microsoft.com/office/officeart/2005/8/layout/bProcess3"/>
    <dgm:cxn modelId="{E9D8DC0E-93E9-1040-B133-78DE6D6DADF2}" type="presParOf" srcId="{5BAFDC69-011C-1C47-B43A-CB71927B68F1}" destId="{A6C061B7-21C0-6F41-990C-CFB6301B8F5E}" srcOrd="1" destOrd="0" presId="urn:microsoft.com/office/officeart/2005/8/layout/bProcess3"/>
    <dgm:cxn modelId="{A7CB3D52-0A16-5447-8DDD-33BFD57B2584}" type="presParOf" srcId="{A6C061B7-21C0-6F41-990C-CFB6301B8F5E}" destId="{5E14EB5B-9AA0-0F4F-BE82-02037F670B80}" srcOrd="0" destOrd="0" presId="urn:microsoft.com/office/officeart/2005/8/layout/bProcess3"/>
    <dgm:cxn modelId="{E5DD78C0-856D-B04E-92F6-2C6A8CF76F9B}" type="presParOf" srcId="{5BAFDC69-011C-1C47-B43A-CB71927B68F1}" destId="{3AC91B82-46C2-344B-BC56-D5EBB141CC0F}" srcOrd="2" destOrd="0" presId="urn:microsoft.com/office/officeart/2005/8/layout/bProcess3"/>
    <dgm:cxn modelId="{3A5EE5F2-E8B9-8945-ACA9-9C782BA43B6D}" type="presParOf" srcId="{5BAFDC69-011C-1C47-B43A-CB71927B68F1}" destId="{6A37511F-47F6-E043-8112-8437966218A5}" srcOrd="3" destOrd="0" presId="urn:microsoft.com/office/officeart/2005/8/layout/bProcess3"/>
    <dgm:cxn modelId="{2EFD41A2-BAD7-F84A-8488-3CE662376DE8}" type="presParOf" srcId="{6A37511F-47F6-E043-8112-8437966218A5}" destId="{09BD7DE3-E7C9-9540-89BB-1A3CDDCA2653}" srcOrd="0" destOrd="0" presId="urn:microsoft.com/office/officeart/2005/8/layout/bProcess3"/>
    <dgm:cxn modelId="{7AF9430B-3AF4-814E-A5CE-1AB2330194AF}" type="presParOf" srcId="{5BAFDC69-011C-1C47-B43A-CB71927B68F1}" destId="{6D6DBEB7-FDBB-6843-8D65-9ECD46ECE92B}" srcOrd="4" destOrd="0" presId="urn:microsoft.com/office/officeart/2005/8/layout/bProcess3"/>
    <dgm:cxn modelId="{86D00436-7089-0044-8EC7-02DBAA5C30EA}" type="presParOf" srcId="{5BAFDC69-011C-1C47-B43A-CB71927B68F1}" destId="{D11558CF-BE4F-6A47-96F7-8F31BC38C180}" srcOrd="5" destOrd="0" presId="urn:microsoft.com/office/officeart/2005/8/layout/bProcess3"/>
    <dgm:cxn modelId="{0B80B5DA-C46B-0E47-B343-2938DE47A7D2}" type="presParOf" srcId="{D11558CF-BE4F-6A47-96F7-8F31BC38C180}" destId="{7A8D6294-ABC1-5441-B657-B256E3856933}" srcOrd="0" destOrd="0" presId="urn:microsoft.com/office/officeart/2005/8/layout/bProcess3"/>
    <dgm:cxn modelId="{FB6E4BEA-EC89-3A4C-A72E-88D2706FFCC9}" type="presParOf" srcId="{5BAFDC69-011C-1C47-B43A-CB71927B68F1}" destId="{7DE56C18-F49B-1F42-AEFF-8E9B26D7D37F}" srcOrd="6" destOrd="0" presId="urn:microsoft.com/office/officeart/2005/8/layout/bProcess3"/>
    <dgm:cxn modelId="{7F5D615C-777A-B04E-A7A6-6F8A23107D60}" type="presParOf" srcId="{5BAFDC69-011C-1C47-B43A-CB71927B68F1}" destId="{1C337106-6F45-9B4D-BA32-EDC783BB663E}" srcOrd="7" destOrd="0" presId="urn:microsoft.com/office/officeart/2005/8/layout/bProcess3"/>
    <dgm:cxn modelId="{C8A7B8BD-3D70-894A-8AA2-7C7B02F7981D}" type="presParOf" srcId="{1C337106-6F45-9B4D-BA32-EDC783BB663E}" destId="{083450A6-FB4F-5942-B7B9-B8836E6CFB11}" srcOrd="0" destOrd="0" presId="urn:microsoft.com/office/officeart/2005/8/layout/bProcess3"/>
    <dgm:cxn modelId="{C188CB62-18A4-DF4A-A11A-B93B13A10524}" type="presParOf" srcId="{5BAFDC69-011C-1C47-B43A-CB71927B68F1}" destId="{F34DB148-E778-0F44-82A9-268CB092E9F3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C061B7-21C0-6F41-990C-CFB6301B8F5E}">
      <dsp:nvSpPr>
        <dsp:cNvPr id="0" name=""/>
        <dsp:cNvSpPr/>
      </dsp:nvSpPr>
      <dsp:spPr>
        <a:xfrm>
          <a:off x="1406184" y="759936"/>
          <a:ext cx="2920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0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544121" y="804043"/>
        <a:ext cx="16130" cy="3226"/>
      </dsp:txXfrm>
    </dsp:sp>
    <dsp:sp modelId="{E057276F-1FE0-EE4D-ACA0-0B4B6931F4CE}">
      <dsp:nvSpPr>
        <dsp:cNvPr id="0" name=""/>
        <dsp:cNvSpPr/>
      </dsp:nvSpPr>
      <dsp:spPr>
        <a:xfrm>
          <a:off x="5358" y="384868"/>
          <a:ext cx="1402626" cy="841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Join/Start game</a:t>
          </a:r>
        </a:p>
      </dsp:txBody>
      <dsp:txXfrm>
        <a:off x="5358" y="384868"/>
        <a:ext cx="1402626" cy="841575"/>
      </dsp:txXfrm>
    </dsp:sp>
    <dsp:sp modelId="{6A37511F-47F6-E043-8112-8437966218A5}">
      <dsp:nvSpPr>
        <dsp:cNvPr id="0" name=""/>
        <dsp:cNvSpPr/>
      </dsp:nvSpPr>
      <dsp:spPr>
        <a:xfrm>
          <a:off x="3131414" y="759936"/>
          <a:ext cx="2920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0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269351" y="804043"/>
        <a:ext cx="16130" cy="3226"/>
      </dsp:txXfrm>
    </dsp:sp>
    <dsp:sp modelId="{3AC91B82-46C2-344B-BC56-D5EBB141CC0F}">
      <dsp:nvSpPr>
        <dsp:cNvPr id="0" name=""/>
        <dsp:cNvSpPr/>
      </dsp:nvSpPr>
      <dsp:spPr>
        <a:xfrm>
          <a:off x="1730588" y="384868"/>
          <a:ext cx="1402626" cy="841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Roll Dice</a:t>
          </a:r>
        </a:p>
      </dsp:txBody>
      <dsp:txXfrm>
        <a:off x="1730588" y="384868"/>
        <a:ext cx="1402626" cy="841575"/>
      </dsp:txXfrm>
    </dsp:sp>
    <dsp:sp modelId="{D11558CF-BE4F-6A47-96F7-8F31BC38C180}">
      <dsp:nvSpPr>
        <dsp:cNvPr id="0" name=""/>
        <dsp:cNvSpPr/>
      </dsp:nvSpPr>
      <dsp:spPr>
        <a:xfrm>
          <a:off x="4856645" y="759936"/>
          <a:ext cx="2920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0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994581" y="804043"/>
        <a:ext cx="16130" cy="3226"/>
      </dsp:txXfrm>
    </dsp:sp>
    <dsp:sp modelId="{6D6DBEB7-FDBB-6843-8D65-9ECD46ECE92B}">
      <dsp:nvSpPr>
        <dsp:cNvPr id="0" name=""/>
        <dsp:cNvSpPr/>
      </dsp:nvSpPr>
      <dsp:spPr>
        <a:xfrm>
          <a:off x="3455818" y="384868"/>
          <a:ext cx="1402626" cy="841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Receive coins</a:t>
          </a:r>
        </a:p>
      </dsp:txBody>
      <dsp:txXfrm>
        <a:off x="3455818" y="384868"/>
        <a:ext cx="1402626" cy="841575"/>
      </dsp:txXfrm>
    </dsp:sp>
    <dsp:sp modelId="{1C337106-6F45-9B4D-BA32-EDC783BB663E}">
      <dsp:nvSpPr>
        <dsp:cNvPr id="0" name=""/>
        <dsp:cNvSpPr/>
      </dsp:nvSpPr>
      <dsp:spPr>
        <a:xfrm>
          <a:off x="6581875" y="759936"/>
          <a:ext cx="2920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0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719812" y="804043"/>
        <a:ext cx="16130" cy="3226"/>
      </dsp:txXfrm>
    </dsp:sp>
    <dsp:sp modelId="{7DE56C18-F49B-1F42-AEFF-8E9B26D7D37F}">
      <dsp:nvSpPr>
        <dsp:cNvPr id="0" name=""/>
        <dsp:cNvSpPr/>
      </dsp:nvSpPr>
      <dsp:spPr>
        <a:xfrm>
          <a:off x="5181049" y="384868"/>
          <a:ext cx="1402626" cy="841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Buy a Card</a:t>
          </a:r>
        </a:p>
      </dsp:txBody>
      <dsp:txXfrm>
        <a:off x="5181049" y="384868"/>
        <a:ext cx="1402626" cy="841575"/>
      </dsp:txXfrm>
    </dsp:sp>
    <dsp:sp modelId="{F34DB148-E778-0F44-82A9-268CB092E9F3}">
      <dsp:nvSpPr>
        <dsp:cNvPr id="0" name=""/>
        <dsp:cNvSpPr/>
      </dsp:nvSpPr>
      <dsp:spPr>
        <a:xfrm>
          <a:off x="6906279" y="384868"/>
          <a:ext cx="1402626" cy="841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Pass the turn</a:t>
          </a:r>
        </a:p>
      </dsp:txBody>
      <dsp:txXfrm>
        <a:off x="6906279" y="384868"/>
        <a:ext cx="1402626" cy="841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96064-CDB1-5253-8D81-9A6600B7F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D7823-3F81-CC8D-E002-C251D76AB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4CC23-4BA7-D96C-D4AD-AF5D88A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3787-8EEC-458B-9473-2191DE931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5A166-077C-46A8-94D0-C08C910F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54262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2F80-D7D2-40DD-78C9-7C0D17D2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08FC9-58E7-3B65-19BF-AD740748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4D517-E98B-426D-56A6-98AA1531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C474E-C741-B4ED-2B8E-16238B3F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C75D0-137B-789F-86B6-889C44F1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6295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7CDC-67AB-92F6-19FC-0BD0F01C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BA03F-AC3D-4888-101B-434561087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CB5D7-9064-6680-E246-7D913E07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E1DF9-47CE-E108-88B9-DADA766F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A246A-A587-6AA8-5FD4-04E61EFB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4588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031E-4ED5-8B21-49DC-966E3B1BB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0067B-D34D-439D-A2C3-49A15EE2C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EDF24-036A-E123-60B5-7E3A8DC76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CD093-EFF5-18DC-8F43-D3E950ED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525BD-7B7D-5D5C-CA52-384C2037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57151-5E50-0201-1363-52C382005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48594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0D16-ADBC-8A14-D7C6-FAF2F136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BC8B2-2AF3-CFFB-2FE5-F40644841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5E2AD-05D2-8E09-5C0E-053F599A1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520D2-43E5-1282-6F24-297DF99A7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BE589-EFF3-F058-F005-852F9AFB5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704A49-6DCC-F07F-9B39-9C9D8E41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45FA3-35AC-2124-6485-CA693F74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201038-E918-1AB5-572B-5A75ACBD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52687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A7EEE-18FF-6139-D942-BB9AB25D3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82380-6F1B-4570-58E4-EADAC5B2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11E64-D0F9-A4D9-FB74-61922527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77632-2007-F630-C6FB-0A808160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2058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DEF64-79B2-7A96-5C1E-64480BD8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9C1AC9-677B-9ADA-16BF-22AC2F07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F468E-9F63-1C09-B93C-BAD6DCBA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43422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5EE03-516A-9007-5521-E74854AA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D591A-8F24-42FD-D32A-A8ADF30A1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53320-62EA-1260-52C6-71606688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63281-76A5-A4C7-E7BF-7DA0A135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A0340-60DA-84D6-6594-AD30F8034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F8CDB-9669-FDAE-75D7-BCBD17B7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6827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0DE0-19F3-5AA4-0B09-2C520BF3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6836C-D287-364F-D3DC-E93792D518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834B3-69BB-05C8-EFDA-D4EBF1DA9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4374D-E79C-B58D-0B6F-57ACF97F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86051-054F-C5A1-B998-89D8A2FB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3638E-7471-F244-5A10-DBDBB7E9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8313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674D-E46B-2CF3-627A-04E7B005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727B1-BD08-B516-FDDC-739495778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08E1E-7BED-941D-E72E-64605F4E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ED79C-E8C1-DEDD-37BF-928B375F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1E1ED-E266-8B17-93CB-E888890B5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57246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AC3DEF-94F8-78DE-14F2-62B4761EC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1B03E-F25D-3A85-BFCC-2537F0157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08609-2853-4DB1-6E82-D2ABD8A4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17DD8-288B-05F4-DC6E-A3AFF026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7F59A-ADB2-F3A1-D20A-D4877E0A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8523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A85F65-4DF8-AFAA-EDF3-C6C674BAE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02469-E138-C589-1A19-CE3494968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A9A7B-582A-68BA-E804-A0E041935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06704-5A34-1248-9764-FB29BF5FCCD8}" type="datetimeFigureOut">
              <a:rPr lang="en-AT" smtClean="0"/>
              <a:t>20.04.26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79AAE-C231-A61F-7A14-551F27501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8B928-040A-8EC1-F13C-6DD63791C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2472B-AB24-5641-9C30-0BAAB1C9543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9987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orgs/SE2-Machi-Koro/projects/1/views/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0693DD-C022-1E1D-3169-2073E607DD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34593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ECDE09-4E5C-F76B-5360-00457F75C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AT" dirty="0">
                <a:solidFill>
                  <a:srgbClr val="FFFFFF"/>
                </a:solidFill>
              </a:rPr>
              <a:t>Machi Koro</a:t>
            </a:r>
            <a:br>
              <a:rPr lang="en-AT" dirty="0">
                <a:solidFill>
                  <a:srgbClr val="FFFFFF"/>
                </a:solidFill>
              </a:rPr>
            </a:br>
            <a:r>
              <a:rPr lang="en-AT" dirty="0">
                <a:solidFill>
                  <a:srgbClr val="FFFFFF"/>
                </a:solidFill>
              </a:rPr>
              <a:t>Sprint 1-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D9DD5-6835-52A8-4E03-E216488A0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8433"/>
            <a:ext cx="9144000" cy="1098395"/>
          </a:xfrm>
        </p:spPr>
        <p:txBody>
          <a:bodyPr>
            <a:normAutofit/>
          </a:bodyPr>
          <a:lstStyle/>
          <a:p>
            <a:r>
              <a:rPr lang="en-AT" dirty="0">
                <a:solidFill>
                  <a:srgbClr val="FFFFFF"/>
                </a:solidFill>
              </a:rPr>
              <a:t>Team </a:t>
            </a:r>
            <a:r>
              <a:rPr lang="en-GB" dirty="0" err="1">
                <a:solidFill>
                  <a:srgbClr val="FFFFFF"/>
                </a:solidFill>
              </a:rPr>
              <a:t>Bisasam</a:t>
            </a:r>
            <a:endParaRPr lang="en-AT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79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2A2B-0256-A4C5-0434-36F7150C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Team </a:t>
            </a:r>
            <a:r>
              <a:rPr lang="en-GB" dirty="0" err="1"/>
              <a:t>Bisasam</a:t>
            </a:r>
            <a:endParaRPr lang="en-A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CE11D-7524-1F1A-2C4B-3D414988A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Danylo Lavrov		=&gt; </a:t>
            </a:r>
            <a:r>
              <a:rPr lang="en-GB" sz="2000" dirty="0" err="1"/>
              <a:t>doniliks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Fabian Barrasch 	=&gt; </a:t>
            </a:r>
            <a:r>
              <a:rPr lang="en-GB" sz="2000" dirty="0" err="1"/>
              <a:t>FabianSolutions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Ivona Goranova 		=&gt; Ivona-</a:t>
            </a:r>
            <a:r>
              <a:rPr lang="en-GB" sz="2000" dirty="0" err="1"/>
              <a:t>Goranova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Lea </a:t>
            </a:r>
            <a:r>
              <a:rPr lang="en-GB" sz="2000" dirty="0" err="1"/>
              <a:t>Kandut</a:t>
            </a:r>
            <a:r>
              <a:rPr lang="en-GB" sz="2000" dirty="0"/>
              <a:t> 		=&gt; </a:t>
            </a:r>
            <a:r>
              <a:rPr lang="en-GB" sz="2000" dirty="0" err="1"/>
              <a:t>SoupCube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Lea Kutschera		=&gt; </a:t>
            </a:r>
            <a:r>
              <a:rPr lang="en-GB" sz="2000" dirty="0" err="1"/>
              <a:t>LeaKutschera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Lev Starman		=&gt; eles17</a:t>
            </a:r>
          </a:p>
          <a:p>
            <a:pPr marL="0" indent="0">
              <a:buNone/>
            </a:pPr>
            <a:r>
              <a:rPr lang="en-GB" sz="2000" dirty="0"/>
              <a:t>Moritz Gutschi		=&gt; Moritz2k1</a:t>
            </a:r>
          </a:p>
          <a:p>
            <a:pPr marL="0" indent="0">
              <a:buNone/>
            </a:pPr>
            <a:r>
              <a:rPr lang="en-GB" sz="2000" dirty="0"/>
              <a:t>Valentina Schiavon 	=&gt; valentinachiavon99</a:t>
            </a:r>
            <a:endParaRPr lang="en-AT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3833AB-E79C-A079-DE61-1C9634D969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65128"/>
          <a:stretch>
            <a:fillRect/>
          </a:stretch>
        </p:blipFill>
        <p:spPr>
          <a:xfrm>
            <a:off x="6807528" y="365125"/>
            <a:ext cx="5384472" cy="2391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9CF4BA-F335-EE09-0F5F-BAA1E02B8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983" b="1"/>
          <a:stretch>
            <a:fillRect/>
          </a:stretch>
        </p:blipFill>
        <p:spPr>
          <a:xfrm>
            <a:off x="6807528" y="2756633"/>
            <a:ext cx="5384472" cy="370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922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8DE7A-A802-3A80-ECA7-49D371D9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Sprint 1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5401-F2A2-EFC2-CAD4-7520B3424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T" dirty="0"/>
              <a:t>Project setup (</a:t>
            </a:r>
            <a:r>
              <a:rPr lang="en-AT" sz="2000" dirty="0"/>
              <a:t>Ci-Piplines, Sonar, Quality Gates, Websockets, Docker, Database, UML, User Stories, UI Sketches...</a:t>
            </a:r>
            <a:r>
              <a:rPr lang="en-AT" sz="3200" dirty="0"/>
              <a:t>)</a:t>
            </a:r>
          </a:p>
          <a:p>
            <a:r>
              <a:rPr lang="en-AT" dirty="0"/>
              <a:t>Basic game loop </a:t>
            </a:r>
          </a:p>
          <a:p>
            <a:pPr lvl="1"/>
            <a:r>
              <a:rPr lang="en-GB" dirty="0"/>
              <a:t>Game Initialization (minimal) </a:t>
            </a:r>
          </a:p>
          <a:p>
            <a:pPr lvl="1"/>
            <a:r>
              <a:rPr lang="en-GB" dirty="0"/>
              <a:t>Dice Roll </a:t>
            </a:r>
          </a:p>
          <a:p>
            <a:pPr lvl="1"/>
            <a:r>
              <a:rPr lang="en-GB" dirty="0"/>
              <a:t>Coin Gain </a:t>
            </a:r>
          </a:p>
          <a:p>
            <a:pPr lvl="1"/>
            <a:r>
              <a:rPr lang="en-GB" dirty="0"/>
              <a:t>Buy Card </a:t>
            </a:r>
          </a:p>
          <a:p>
            <a:pPr lvl="1"/>
            <a:r>
              <a:rPr lang="en-GB" dirty="0"/>
              <a:t>Turn Handling </a:t>
            </a:r>
            <a:endParaRPr lang="en-AT" dirty="0"/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843652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4B80-8BF5-E773-037B-66B4FFB8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What is not finished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788C1-3F1B-EDFC-1782-1C93D4ABD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sz="1800" dirty="0">
                <a:solidFill>
                  <a:schemeClr val="bg2">
                    <a:lumMod val="50000"/>
                  </a:schemeClr>
                </a:solidFill>
              </a:rPr>
              <a:t>Project setup (</a:t>
            </a:r>
            <a:r>
              <a:rPr lang="en-AT" sz="1400" dirty="0">
                <a:solidFill>
                  <a:schemeClr val="bg2">
                    <a:lumMod val="50000"/>
                  </a:schemeClr>
                </a:solidFill>
              </a:rPr>
              <a:t>Ci-Piplines, Sonar, Quality Gates, Websockets, Docker, Database, UML, User Stories, UI Sketches…</a:t>
            </a:r>
            <a:r>
              <a:rPr lang="en-AT" sz="1400" dirty="0"/>
              <a:t> </a:t>
            </a:r>
            <a:r>
              <a:rPr lang="en-AT" sz="2000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  <a:p>
            <a:r>
              <a:rPr lang="en-AT" sz="1800" dirty="0">
                <a:solidFill>
                  <a:schemeClr val="bg2">
                    <a:lumMod val="50000"/>
                  </a:schemeClr>
                </a:solidFill>
              </a:rPr>
              <a:t>Build a Team environment and workflow</a:t>
            </a:r>
          </a:p>
          <a:p>
            <a:r>
              <a:rPr lang="en-AT" sz="1800" dirty="0">
                <a:solidFill>
                  <a:schemeClr val="bg2">
                    <a:lumMod val="50000"/>
                  </a:schemeClr>
                </a:solidFill>
              </a:rPr>
              <a:t> Basic game loop </a:t>
            </a:r>
          </a:p>
          <a:p>
            <a:pPr lvl="1"/>
            <a:r>
              <a:rPr lang="en-GB" dirty="0"/>
              <a:t>Game Initialization (minimal)  </a:t>
            </a:r>
          </a:p>
          <a:p>
            <a:pPr lvl="1"/>
            <a:r>
              <a:rPr lang="en-GB" dirty="0"/>
              <a:t>Dice Roll  </a:t>
            </a:r>
          </a:p>
          <a:p>
            <a:pPr lvl="1"/>
            <a:r>
              <a:rPr lang="en-GB" sz="1600" dirty="0">
                <a:solidFill>
                  <a:schemeClr val="bg2">
                    <a:lumMod val="50000"/>
                  </a:schemeClr>
                </a:solidFill>
              </a:rPr>
              <a:t>Coin Gain  </a:t>
            </a:r>
          </a:p>
          <a:p>
            <a:pPr lvl="1"/>
            <a:r>
              <a:rPr lang="en-GB" dirty="0"/>
              <a:t>Buy Card </a:t>
            </a:r>
          </a:p>
          <a:p>
            <a:pPr lvl="1"/>
            <a:r>
              <a:rPr lang="en-GB" sz="1600" dirty="0">
                <a:solidFill>
                  <a:schemeClr val="bg2">
                    <a:lumMod val="50000"/>
                  </a:schemeClr>
                </a:solidFill>
              </a:rPr>
              <a:t>Turn Handling </a:t>
            </a:r>
            <a:endParaRPr lang="en-AT" sz="16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86409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C0FC-48D0-C76E-361E-AC1317A3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Server Activity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C21334-32E6-EAE3-0EB3-118B36E6DE95}"/>
              </a:ext>
            </a:extLst>
          </p:cNvPr>
          <p:cNvGrpSpPr/>
          <p:nvPr/>
        </p:nvGrpSpPr>
        <p:grpSpPr>
          <a:xfrm>
            <a:off x="8850701" y="465976"/>
            <a:ext cx="2761891" cy="5926048"/>
            <a:chOff x="2439332" y="1825625"/>
            <a:chExt cx="1829004" cy="4351338"/>
          </a:xfrm>
        </p:grpSpPr>
        <p:pic>
          <p:nvPicPr>
            <p:cNvPr id="5" name="Content Placeholder 4">
              <a:extLst>
                <a:ext uri="{FF2B5EF4-FFF2-40B4-BE49-F238E27FC236}">
                  <a16:creationId xmlns:a16="http://schemas.microsoft.com/office/drawing/2014/main" id="{8074EDE1-28BD-A8F6-BE9A-B7F25434CBF7}"/>
                </a:ext>
              </a:extLst>
            </p:cNvPr>
            <p:cNvPicPr>
              <a:picLocks noGrp="1" noChangeAspect="1"/>
            </p:cNvPicPr>
            <p:nvPr>
              <p:ph idx="1"/>
            </p:nvPr>
          </p:nvPicPr>
          <p:blipFill>
            <a:blip r:embed="rId2"/>
            <a:srcRect t="808" r="75808" b="-808"/>
            <a:stretch>
              <a:fillRect/>
            </a:stretch>
          </p:blipFill>
          <p:spPr>
            <a:xfrm>
              <a:off x="2439332" y="1825625"/>
              <a:ext cx="1769253" cy="4351338"/>
            </a:xfrm>
            <a:prstGeom prst="rect">
              <a:avLst/>
            </a:prstGeom>
          </p:spPr>
        </p:pic>
        <p:pic>
          <p:nvPicPr>
            <p:cNvPr id="6" name="Content Placeholder 4">
              <a:extLst>
                <a:ext uri="{FF2B5EF4-FFF2-40B4-BE49-F238E27FC236}">
                  <a16:creationId xmlns:a16="http://schemas.microsoft.com/office/drawing/2014/main" id="{16A7ABEB-B854-55D2-748C-8381785B8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2861" t="13544"/>
            <a:stretch>
              <a:fillRect/>
            </a:stretch>
          </p:blipFill>
          <p:spPr>
            <a:xfrm>
              <a:off x="3021071" y="2381865"/>
              <a:ext cx="1247265" cy="3743479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9F783CE-54A1-3A27-155A-D9C403CD0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35" y="2318753"/>
            <a:ext cx="7772400" cy="30640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44C99E-8C33-434D-180A-E878616F3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35" y="1690688"/>
            <a:ext cx="7762142" cy="43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74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46BF-B3DE-3535-6B77-B6D759D5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Client Activity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31A015-6396-1973-3886-4E8B37B7B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4094" y="1624958"/>
            <a:ext cx="8823812" cy="486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20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8C28-2872-652E-7ED0-3E186C250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Docs Activity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63C7D7-5B5B-B25C-5786-B5CB3359D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5554" y="1549400"/>
            <a:ext cx="8740891" cy="482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92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177C-EF59-6F66-E2DB-955B7925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0DEF2-A985-A6C5-6B1D-AA01BEB4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>
                <a:hlinkClick r:id="rId2"/>
              </a:rPr>
              <a:t>Project overview is in Server </a:t>
            </a:r>
            <a:endParaRPr lang="en-AT" dirty="0"/>
          </a:p>
          <a:p>
            <a:endParaRPr lang="en-A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C962A-5014-F9BF-9AF4-08EAAF4F9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742" y="365125"/>
            <a:ext cx="4405268" cy="1969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28741E-CC0A-DAC6-229E-33E821116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975" y="2469747"/>
            <a:ext cx="7098401" cy="409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5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B135-9286-D89E-D980-40B9482E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Sprint 2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B431E-1FF4-4B27-BDBE-21314540D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033" y="1528234"/>
            <a:ext cx="4741332" cy="3467099"/>
          </a:xfrm>
        </p:spPr>
        <p:txBody>
          <a:bodyPr>
            <a:normAutofit fontScale="92500" lnSpcReduction="10000"/>
          </a:bodyPr>
          <a:lstStyle/>
          <a:p>
            <a:r>
              <a:rPr lang="en-GB" sz="1800" dirty="0"/>
              <a:t>Core game loop:</a:t>
            </a:r>
          </a:p>
          <a:p>
            <a:pPr lvl="1"/>
            <a:r>
              <a:rPr lang="en-GB" sz="1800" dirty="0"/>
              <a:t>Turn handling</a:t>
            </a:r>
          </a:p>
          <a:p>
            <a:pPr lvl="1"/>
            <a:r>
              <a:rPr lang="en-GB" sz="1800" dirty="0"/>
              <a:t>Dice roll</a:t>
            </a:r>
          </a:p>
          <a:p>
            <a:pPr lvl="1"/>
            <a:r>
              <a:rPr lang="en-GB" sz="1800" dirty="0"/>
              <a:t>Basic coin calculation</a:t>
            </a:r>
          </a:p>
          <a:p>
            <a:pPr lvl="1"/>
            <a:r>
              <a:rPr lang="en-GB" sz="1800" dirty="0"/>
              <a:t>Card purchase (simplified rules)</a:t>
            </a:r>
          </a:p>
          <a:p>
            <a:r>
              <a:rPr lang="en-GB" sz="1800" dirty="0"/>
              <a:t>Backend:</a:t>
            </a:r>
          </a:p>
          <a:p>
            <a:pPr lvl="1"/>
            <a:r>
              <a:rPr lang="en-GB" sz="1800" dirty="0"/>
              <a:t>Game state management</a:t>
            </a:r>
          </a:p>
          <a:p>
            <a:pPr lvl="1"/>
            <a:r>
              <a:rPr lang="en-GB" sz="1800" dirty="0"/>
              <a:t>Turn validation</a:t>
            </a:r>
          </a:p>
          <a:p>
            <a:pPr lvl="1"/>
            <a:r>
              <a:rPr lang="en-GB" sz="1800" dirty="0"/>
              <a:t>State updates</a:t>
            </a:r>
          </a:p>
          <a:p>
            <a:r>
              <a:rPr lang="en-GB" sz="1800" dirty="0"/>
              <a:t>WebSocket:</a:t>
            </a:r>
          </a:p>
          <a:p>
            <a:pPr lvl="1"/>
            <a:r>
              <a:rPr lang="en-GB" sz="1800" dirty="0"/>
              <a:t>Real-time synchronization of game state</a:t>
            </a:r>
          </a:p>
          <a:p>
            <a:pPr lvl="1"/>
            <a:r>
              <a:rPr lang="en-GB" sz="1800" dirty="0"/>
              <a:t>Broadcasting actions to all players</a:t>
            </a:r>
          </a:p>
          <a:p>
            <a:pPr marL="0" indent="0">
              <a:buNone/>
            </a:pPr>
            <a:endParaRPr lang="en-AT" sz="16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FAB6788-A6FC-3DA6-CB5A-A518C4BEDF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5569819"/>
              </p:ext>
            </p:extLst>
          </p:nvPr>
        </p:nvGraphicFramePr>
        <p:xfrm>
          <a:off x="2147896" y="4881562"/>
          <a:ext cx="8314264" cy="1611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0" name="Group 39">
            <a:extLst>
              <a:ext uri="{FF2B5EF4-FFF2-40B4-BE49-F238E27FC236}">
                <a16:creationId xmlns:a16="http://schemas.microsoft.com/office/drawing/2014/main" id="{6727CD36-303C-3E04-053A-9715602C7471}"/>
              </a:ext>
            </a:extLst>
          </p:cNvPr>
          <p:cNvGrpSpPr/>
          <p:nvPr/>
        </p:nvGrpSpPr>
        <p:grpSpPr>
          <a:xfrm rot="10800000" flipH="1">
            <a:off x="4690534" y="6158442"/>
            <a:ext cx="4920725" cy="334433"/>
            <a:chOff x="4013202" y="2607735"/>
            <a:chExt cx="6197598" cy="490539"/>
          </a:xfrm>
        </p:grpSpPr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086F24E3-12C3-59A0-83FD-8E8AAC399E3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013202" y="2607736"/>
              <a:ext cx="6197598" cy="490537"/>
            </a:xfrm>
            <a:prstGeom prst="bentConnector3">
              <a:avLst>
                <a:gd name="adj1" fmla="val 1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42FF5D-4791-B9DF-F79C-77B8DFA4AF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93866" y="2607735"/>
              <a:ext cx="0" cy="4905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041B1C27-9A6E-0D6E-B962-A03E34619F37}"/>
              </a:ext>
            </a:extLst>
          </p:cNvPr>
          <p:cNvSpPr txBox="1">
            <a:spLocks/>
          </p:cNvSpPr>
          <p:nvPr/>
        </p:nvSpPr>
        <p:spPr>
          <a:xfrm>
            <a:off x="6045197" y="1551517"/>
            <a:ext cx="5757335" cy="3443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Client:</a:t>
            </a:r>
          </a:p>
          <a:p>
            <a:pPr lvl="1"/>
            <a:r>
              <a:rPr lang="en-GB" sz="1800" dirty="0"/>
              <a:t>Display game state (dice, coins, cards, active player)</a:t>
            </a:r>
          </a:p>
          <a:p>
            <a:pPr lvl="1"/>
            <a:r>
              <a:rPr lang="en-GB" sz="1800" dirty="0"/>
              <a:t>Allow user interaction for core actions</a:t>
            </a:r>
          </a:p>
          <a:p>
            <a:r>
              <a:rPr lang="en-GB" sz="1800" dirty="0"/>
              <a:t>UI:</a:t>
            </a:r>
          </a:p>
          <a:p>
            <a:pPr lvl="1"/>
            <a:r>
              <a:rPr lang="en-GB" sz="1800" dirty="0"/>
              <a:t>Minimal functional screens (not polished)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T" sz="1800" dirty="0"/>
          </a:p>
        </p:txBody>
      </p:sp>
    </p:spTree>
    <p:extLst>
      <p:ext uri="{BB962C8B-B14F-4D97-AF65-F5344CB8AC3E}">
        <p14:creationId xmlns:p14="http://schemas.microsoft.com/office/powerpoint/2010/main" val="2047857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249</Words>
  <Application>Microsoft Macintosh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Machi Koro Sprint 1- Review</vt:lpstr>
      <vt:lpstr>Team Bisasam</vt:lpstr>
      <vt:lpstr>Sprint 1 Goal</vt:lpstr>
      <vt:lpstr>What is not finished</vt:lpstr>
      <vt:lpstr>Server Activity</vt:lpstr>
      <vt:lpstr>Client Activity</vt:lpstr>
      <vt:lpstr>Docs Activity</vt:lpstr>
      <vt:lpstr>Project Overview</vt:lpstr>
      <vt:lpstr>Sprint 2 Goal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Starman, Lev</dc:creator>
  <cp:lastModifiedBy>Starman, Lev</cp:lastModifiedBy>
  <cp:revision>3</cp:revision>
  <dcterms:created xsi:type="dcterms:W3CDTF">2026-04-20T17:27:20Z</dcterms:created>
  <dcterms:modified xsi:type="dcterms:W3CDTF">2026-04-20T20:39:45Z</dcterms:modified>
</cp:coreProperties>
</file>